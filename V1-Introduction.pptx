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Trivedi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Scientifically Proven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What if there was a way to transform your health, your mind, and your life...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...that was proven by science?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Pattern of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Every major breakthrough was first called impossible.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Galileo. Einstein. Semmelweis.</a:t>
            </a:r>
          </a:p>
          <a:p>
            <a:pPr>
              <a:spcAft>
                <a:spcPts val="1200"/>
              </a:spcAft>
              <a:defRPr sz="2400"/>
            </a:pPr>
            <a:r>
              <a:t>• Ridiculed. Then vindicated.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Today's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Mahendra Kumar Trivedi discovered he could transmit an energy that transforms living and non-living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Scientists didn't believe it.</a:t>
            </a:r>
          </a:p>
          <a:p>
            <a:pPr>
              <a:spcAft>
                <a:spcPts val="1200"/>
              </a:spcAft>
              <a:defRPr sz="2400"/>
            </a:pPr>
            <a:r>
              <a:t>• So he proved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4,000+ experiments</a:t>
            </a:r>
            <a:br/>
            <a:r>
              <a:t>657 publications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Dr. Rustum Roy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Professor Emeritus, Penn State • 1,000+ scientific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"In Mahendra Trivedi I have found one feature in which he has surpassed any of the other such gifted individuals."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Is the Trivedi Effect?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scientifically measurable impact of life force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Works at a distance</a:t>
            </a:r>
          </a:p>
          <a:p>
            <a:pPr>
              <a:spcAft>
                <a:spcPts val="1200"/>
              </a:spcAft>
              <a:defRPr sz="2400"/>
            </a:pPr>
            <a:r>
              <a:t>• Measurable at the atomic level</a:t>
            </a:r>
          </a:p>
          <a:p>
            <a:pPr>
              <a:spcAft>
                <a:spcPts val="1200"/>
              </a:spcAft>
              <a:defRPr sz="2400"/>
            </a:pPr>
            <a:r>
              <a:t>• Reproducible across thousands of experiments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THE EVIDENCE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What happens when this energy is applied?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Agriculture: Cashew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Same soil. Same seeds. Same water.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One difference:</a:t>
            </a:r>
            <a:br/>
            <a:r>
              <a:t>The Trivedi Effect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Cashew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+334%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Chlorophyll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+93%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Chemicals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Zero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Dairy Farm: 350 Cows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Mortality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0% for 2 years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Conception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Seed Yields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Yield Increase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Chickpea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+365%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Mustard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Horse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+105%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HUMAN HEALTH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If it transforms plants and animals... what can it do for humans?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Clinical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Rigorous. Published. Peer-reviewed.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77 participants</a:t>
            </a:r>
          </a:p>
          <a:p>
            <a:pPr>
              <a:spcAft>
                <a:spcPts val="1200"/>
              </a:spcAft>
              <a:defRPr sz="2400"/>
            </a:pPr>
            <a:r>
              <a:t>• 6-month study</a:t>
            </a:r>
          </a:p>
          <a:p>
            <a:pPr>
              <a:spcAft>
                <a:spcPts val="1200"/>
              </a:spcAft>
              <a:defRPr sz="2400"/>
            </a:pPr>
            <a:r>
              <a:t>• Dozens of biomarkers measured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Anti-Aging: Klotho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Longevity Protein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+685%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Inflammation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Reduction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TNF-α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-95%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IL-1β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Hormones: Oxytocin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Love Molecule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+400%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Mental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Documented improvements in: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Sleep quality</a:t>
            </a:r>
          </a:p>
          <a:p>
            <a:pPr>
              <a:spcAft>
                <a:spcPts val="1200"/>
              </a:spcAft>
              <a:defRPr sz="2400"/>
            </a:pPr>
            <a:r>
              <a:t>• Stress &amp; anxiety</a:t>
            </a:r>
          </a:p>
          <a:p>
            <a:pPr>
              <a:spcAft>
                <a:spcPts val="1200"/>
              </a:spcAft>
              <a:defRPr sz="2400"/>
            </a:pPr>
            <a:r>
              <a:t>• Depression</a:t>
            </a:r>
          </a:p>
          <a:p>
            <a:pPr>
              <a:spcAft>
                <a:spcPts val="1200"/>
              </a:spcAft>
              <a:defRPr sz="2400"/>
            </a:pPr>
            <a:r>
              <a:t>• Emotional trauma / PTSD</a:t>
            </a:r>
          </a:p>
          <a:p>
            <a:pPr>
              <a:spcAft>
                <a:spcPts val="1200"/>
              </a:spcAft>
              <a:defRPr sz="2400"/>
            </a:pPr>
            <a:r>
              <a:t>• Mental clarity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Immunity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CD25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+71%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(Breast)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+2,300%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(Skin)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+2,000%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Cancer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California Pacific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"Selective efficacy against cancer cells is the sought-after Holy Grail for anti-cancer agents."</a:t>
            </a:r>
          </a:p>
          <a:p>
            <a:pPr>
              <a:spcAft>
                <a:spcPts val="1200"/>
              </a:spcAft>
              <a:defRPr sz="2400"/>
            </a:pPr>
            <a:r>
              <a:t>• — Dr. Garrett L. Yount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MATERIALS SCIENCE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Trivedi Effect transforms non-living matter too.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Atomic-Level Changes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Melting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up to +29.59%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Crystallite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up to +835%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Surface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up to +374%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Implication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If consciousness can</a:t>
            </a:r>
            <a:br/>
            <a:r>
              <a:t>alter atomic structure...</a:t>
            </a:r>
            <a:br/>
            <a:br/>
            <a:r>
              <a:t>what else is possible?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UNDERSTANDING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How does this work?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Every spiritual tradition speaks of a life force: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Prana (Hindu)</a:t>
            </a:r>
          </a:p>
          <a:p>
            <a:pPr>
              <a:spcAft>
                <a:spcPts val="1200"/>
              </a:spcAft>
              <a:defRPr sz="2400"/>
            </a:pPr>
            <a:r>
              <a:t>• Chi (Chinese)</a:t>
            </a:r>
          </a:p>
          <a:p>
            <a:pPr>
              <a:spcAft>
                <a:spcPts val="1200"/>
              </a:spcAft>
              <a:defRPr sz="2400"/>
            </a:pPr>
            <a:r>
              <a:t>• Ruach (Hebrew)</a:t>
            </a:r>
          </a:p>
          <a:p>
            <a:pPr>
              <a:spcAft>
                <a:spcPts val="1200"/>
              </a:spcAft>
              <a:defRPr sz="2400"/>
            </a:pPr>
            <a:r>
              <a:t>• Divine Grace (Universal)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Consciousness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Your level of consciousness determines: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Your health</a:t>
            </a:r>
          </a:p>
          <a:p>
            <a:pPr>
              <a:spcAft>
                <a:spcPts val="1200"/>
              </a:spcAft>
              <a:defRPr sz="2400"/>
            </a:pPr>
            <a:r>
              <a:t>• Your clarity</a:t>
            </a:r>
          </a:p>
          <a:p>
            <a:pPr>
              <a:spcAft>
                <a:spcPts val="1200"/>
              </a:spcAft>
              <a:defRPr sz="2400"/>
            </a:pPr>
            <a:r>
              <a:t>• Your relationships</a:t>
            </a:r>
          </a:p>
          <a:p>
            <a:pPr>
              <a:spcAft>
                <a:spcPts val="1200"/>
              </a:spcAft>
              <a:defRPr sz="2400"/>
            </a:pPr>
            <a:r>
              <a:t>• Your experience of life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the Trivedi Effect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Raises your consciousness.</a:t>
            </a:r>
            <a:br/>
            <a:r>
              <a:t>Optimizes your biology.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THE INVITATION 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People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"After years of anxiety, I finally feel peace."</a:t>
            </a:r>
          </a:p>
          <a:p>
            <a:pPr>
              <a:spcAft>
                <a:spcPts val="1200"/>
              </a:spcAft>
              <a:defRPr sz="2400"/>
            </a:pPr>
            <a:r>
              <a:t>• "My bloodwork improved in ways my doctor couldn't explain."</a:t>
            </a:r>
          </a:p>
          <a:p>
            <a:pPr>
              <a:spcAft>
                <a:spcPts val="1200"/>
              </a:spcAft>
              <a:defRPr sz="2400"/>
            </a:pPr>
            <a:r>
              <a:t>• "I found a clarity I didn't know was possible."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Blessing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1 → 2 → 4 → 8 → 15 →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People seeking real transformation</a:t>
            </a:r>
          </a:p>
          <a:p>
            <a:pPr>
              <a:spcAft>
                <a:spcPts val="1200"/>
              </a:spcAft>
              <a:defRPr sz="2400"/>
            </a:pPr>
            <a:r>
              <a:t>• Those who've tried everything else</a:t>
            </a:r>
          </a:p>
          <a:p>
            <a:pPr>
              <a:spcAft>
                <a:spcPts val="1200"/>
              </a:spcAft>
              <a:defRPr sz="2400"/>
            </a:pPr>
            <a:r>
              <a:t>• Anyone ready to access their full potential</a:t>
            </a:r>
          </a:p>
          <a:p>
            <a:pPr>
              <a:spcAft>
                <a:spcPts val="1200"/>
              </a:spcAft>
              <a:defRPr sz="2400"/>
            </a:pPr>
            <a:r>
              <a:t>• Those who sense there's more to life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Makes This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✓ Clinically proven — 657 peer-reviewed papers</a:t>
            </a:r>
          </a:p>
          <a:p>
            <a:pPr>
              <a:spcAft>
                <a:spcPts val="1200"/>
              </a:spcAft>
              <a:defRPr sz="2400"/>
            </a:pPr>
            <a:r>
              <a:t>• ✓ Measurable results — Before/after biomarkers</a:t>
            </a:r>
          </a:p>
          <a:p>
            <a:pPr>
              <a:spcAft>
                <a:spcPts val="1200"/>
              </a:spcAft>
              <a:defRPr sz="2400"/>
            </a:pPr>
            <a:r>
              <a:t>• ✓ Works regardless of belief — Energy, not faith</a:t>
            </a:r>
          </a:p>
          <a:p>
            <a:pPr>
              <a:spcAft>
                <a:spcPts val="1200"/>
              </a:spcAft>
              <a:defRPr sz="2400"/>
            </a:pPr>
            <a:r>
              <a:t>• ✓ Backed by leading scientists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What would your life look like</a:t>
            </a:r>
            <a:br/>
            <a:r>
              <a:t>with greater clarity and peace?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Experience the Trivedi Effect 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divineconnection.org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Miracles Do Happen.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