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Transform Your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Clinically Proven Trivedi Effect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Struggle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You've tried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Doctors. Medications. Supplements.</a:t>
            </a:r>
          </a:p>
          <a:p>
            <a:pPr>
              <a:spcAft>
                <a:spcPts val="1200"/>
              </a:spcAft>
              <a:defRPr sz="2400"/>
            </a:pPr>
            <a:r>
              <a:t>• Therapy. Meditation. Alternative treatments.</a:t>
            </a:r>
          </a:p>
          <a:p>
            <a:pPr>
              <a:spcAft>
                <a:spcPts val="1200"/>
              </a:spcAft>
              <a:defRPr sz="2400"/>
            </a:pPr>
            <a:r>
              <a:t>• Some things helped. Nothing transformed.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Is clinically proven in peer-reviewed studies</a:t>
            </a:r>
          </a:p>
          <a:p>
            <a:pPr>
              <a:spcAft>
                <a:spcPts val="1200"/>
              </a:spcAft>
              <a:defRPr sz="2400"/>
            </a:pPr>
            <a:r>
              <a:t>• Works on the root cause, not just symptoms</a:t>
            </a:r>
          </a:p>
          <a:p>
            <a:pPr>
              <a:spcAft>
                <a:spcPts val="1200"/>
              </a:spcAft>
              <a:defRPr sz="2400"/>
            </a:pPr>
            <a:r>
              <a:t>• Transforms your biology at the cellular level</a:t>
            </a:r>
          </a:p>
          <a:p>
            <a:pPr>
              <a:spcAft>
                <a:spcPts val="1200"/>
              </a:spcAft>
              <a:defRPr sz="2400"/>
            </a:pPr>
            <a:r>
              <a:t>• Doesn't require belief — just openness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Trivedi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657 peer-reviewed publications. 4,000+ experiments.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Measurable biological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CLINICAL EVIDENCE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Real Studies. Real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Clinical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A Rigorous 6-Month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77 participants (39 male, 38 female)</a:t>
            </a:r>
          </a:p>
          <a:p>
            <a:pPr>
              <a:spcAft>
                <a:spcPts val="1200"/>
              </a:spcAft>
              <a:defRPr sz="2400"/>
            </a:pPr>
            <a:r>
              <a:t>• Ages 20-50</a:t>
            </a:r>
          </a:p>
          <a:p>
            <a:pPr>
              <a:spcAft>
                <a:spcPts val="1200"/>
              </a:spcAft>
              <a:defRPr sz="2400"/>
            </a:pPr>
            <a:r>
              <a:t>• Multiple biomarkers measured</a:t>
            </a:r>
          </a:p>
          <a:p>
            <a:pPr>
              <a:spcAft>
                <a:spcPts val="1200"/>
              </a:spcAft>
              <a:defRPr sz="2400"/>
            </a:pPr>
            <a:r>
              <a:t>• Published in peer-reviewed journal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Was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Inflammatory markers</a:t>
            </a:r>
          </a:p>
          <a:p>
            <a:pPr>
              <a:spcAft>
                <a:spcPts val="1200"/>
              </a:spcAft>
              <a:defRPr sz="2400"/>
            </a:pPr>
            <a:r>
              <a:t>• Hormones</a:t>
            </a:r>
          </a:p>
          <a:p>
            <a:pPr>
              <a:spcAft>
                <a:spcPts val="1200"/>
              </a:spcAft>
              <a:defRPr sz="2400"/>
            </a:pPr>
            <a:r>
              <a:t>• Immune function</a:t>
            </a:r>
          </a:p>
          <a:p>
            <a:pPr>
              <a:spcAft>
                <a:spcPts val="1200"/>
              </a:spcAft>
              <a:defRPr sz="2400"/>
            </a:pPr>
            <a:r>
              <a:t>• Anti-aging biomarkers</a:t>
            </a:r>
          </a:p>
          <a:p>
            <a:pPr>
              <a:spcAft>
                <a:spcPts val="1200"/>
              </a:spcAft>
              <a:defRPr sz="2400"/>
            </a:pPr>
            <a:r>
              <a:t>• Mental health assessments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Inflammation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TNF-α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-95%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IL-1β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-94%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IL-8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-72%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MIP-1α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-86%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-95% TNF-α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Less joint pain</a:t>
            </a:r>
          </a:p>
          <a:p>
            <a:pPr>
              <a:spcAft>
                <a:spcPts val="1200"/>
              </a:spcAft>
              <a:defRPr sz="2400"/>
            </a:pPr>
            <a:r>
              <a:t>• Reduced risk of chronic disease</a:t>
            </a:r>
          </a:p>
          <a:p>
            <a:pPr>
              <a:spcAft>
                <a:spcPts val="1200"/>
              </a:spcAft>
              <a:defRPr sz="2400"/>
            </a:pPr>
            <a:r>
              <a:t>• Better mood and energy</a:t>
            </a:r>
          </a:p>
          <a:p>
            <a:pPr>
              <a:spcAft>
                <a:spcPts val="1200"/>
              </a:spcAft>
              <a:defRPr sz="2400"/>
            </a:pPr>
            <a:r>
              <a:t>• Slower aging process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Immunity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CD25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+71%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VDR (Breast)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+2,300%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VDR (Skin)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+2,000%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VDR (Bone)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+800%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Anti-Aging: Klotho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Longevity Protein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+685%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Oxidative Stress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Isoprostane (damage)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-65%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Catalase (protection)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MENTAL &amp; EMOTIONAL HEALTH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Where the transformation is felt most deeply.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Mental Health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1 billion people suffer</a:t>
            </a:r>
            <a:br/>
            <a:r>
              <a:t>from mental health disorders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Oxytocin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Love Molecule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+400%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Mental Health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Reduced stress and anxiety</a:t>
            </a:r>
          </a:p>
          <a:p>
            <a:pPr>
              <a:spcAft>
                <a:spcPts val="1200"/>
              </a:spcAft>
              <a:defRPr sz="2400"/>
            </a:pPr>
            <a:r>
              <a:t>• Improved sleep quality</a:t>
            </a:r>
          </a:p>
          <a:p>
            <a:pPr>
              <a:spcAft>
                <a:spcPts val="1200"/>
              </a:spcAft>
              <a:defRPr sz="2400"/>
            </a:pPr>
            <a:r>
              <a:t>• Decreased depression</a:t>
            </a:r>
          </a:p>
          <a:p>
            <a:pPr>
              <a:spcAft>
                <a:spcPts val="1200"/>
              </a:spcAft>
              <a:defRPr sz="2400"/>
            </a:pPr>
            <a:r>
              <a:t>• Resolution of PTSD symptoms</a:t>
            </a:r>
          </a:p>
          <a:p>
            <a:pPr>
              <a:spcAft>
                <a:spcPts val="1200"/>
              </a:spcAft>
              <a:defRPr sz="2400"/>
            </a:pPr>
            <a:r>
              <a:t>• Greater mental clarity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Hormonal Balance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Hormone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Oxytocin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+400%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Progesterone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Insulin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Cancer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California Pacific Medical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"Selective efficacy against cancer cells is the sought-after Holy Grail."</a:t>
            </a:r>
          </a:p>
          <a:p>
            <a:pPr>
              <a:spcAft>
                <a:spcPts val="1200"/>
              </a:spcAft>
              <a:defRPr sz="2400"/>
            </a:pPr>
            <a:r>
              <a:t>• — Dr. Garrett L. Yount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HOW IT WORKS 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Root Cause vs. Symptoms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Most treatments address symptoms.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Pain → painkillers</a:t>
            </a:r>
          </a:p>
          <a:p>
            <a:pPr>
              <a:spcAft>
                <a:spcPts val="1200"/>
              </a:spcAft>
              <a:defRPr sz="2400"/>
            </a:pPr>
            <a:r>
              <a:t>• Anxiety → anti-anxiety meds</a:t>
            </a:r>
          </a:p>
          <a:p>
            <a:pPr>
              <a:spcAft>
                <a:spcPts val="1200"/>
              </a:spcAft>
              <a:defRPr sz="2400"/>
            </a:pPr>
            <a:r>
              <a:t>• The Trivedi Effect addresses the source: your life force energy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1. Optimizes cellular function</a:t>
            </a:r>
          </a:p>
          <a:p>
            <a:pPr>
              <a:spcAft>
                <a:spcPts val="1200"/>
              </a:spcAft>
              <a:defRPr sz="2400"/>
            </a:pPr>
            <a:r>
              <a:t>• 2. Reduces inflammation</a:t>
            </a:r>
          </a:p>
          <a:p>
            <a:pPr>
              <a:spcAft>
                <a:spcPts val="1200"/>
              </a:spcAft>
              <a:defRPr sz="2400"/>
            </a:pPr>
            <a:r>
              <a:t>• 3. Enhances immune response</a:t>
            </a:r>
          </a:p>
          <a:p>
            <a:pPr>
              <a:spcAft>
                <a:spcPts val="1200"/>
              </a:spcAft>
              <a:defRPr sz="2400"/>
            </a:pPr>
            <a:r>
              <a:t>• 4. Balances hormones</a:t>
            </a:r>
          </a:p>
          <a:p>
            <a:pPr>
              <a:spcAft>
                <a:spcPts val="1200"/>
              </a:spcAft>
              <a:defRPr sz="2400"/>
            </a:pPr>
            <a:r>
              <a:t>• 5. Elevates consciousness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YOUR TRANSFORMATION 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Blessing Programs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Focus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Initial experience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4-8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Building transformation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Deep Healing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Comprehensive change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to Expect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Increased energy</a:t>
            </a:r>
          </a:p>
          <a:p>
            <a:pPr>
              <a:spcAft>
                <a:spcPts val="1200"/>
              </a:spcAft>
              <a:defRPr sz="2400"/>
            </a:pPr>
            <a:r>
              <a:t>• Better sleep</a:t>
            </a:r>
          </a:p>
          <a:p>
            <a:pPr>
              <a:spcAft>
                <a:spcPts val="1200"/>
              </a:spcAft>
              <a:defRPr sz="2400"/>
            </a:pPr>
            <a:r>
              <a:t>• Reduced pain</a:t>
            </a:r>
          </a:p>
          <a:p>
            <a:pPr>
              <a:spcAft>
                <a:spcPts val="1200"/>
              </a:spcAft>
              <a:defRPr sz="2400"/>
            </a:pPr>
            <a:r>
              <a:t>• Improved mood</a:t>
            </a:r>
          </a:p>
          <a:p>
            <a:pPr>
              <a:spcAft>
                <a:spcPts val="1200"/>
              </a:spcAft>
              <a:defRPr sz="2400"/>
            </a:pPr>
            <a:r>
              <a:t>• Greater clarity</a:t>
            </a:r>
          </a:p>
          <a:p>
            <a:pPr>
              <a:spcAft>
                <a:spcPts val="1200"/>
              </a:spcAft>
              <a:defRPr sz="2400"/>
            </a:pPr>
            <a:r>
              <a:t>• Sense of peace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Those with chronic health conditions</a:t>
            </a:r>
          </a:p>
          <a:p>
            <a:pPr>
              <a:spcAft>
                <a:spcPts val="1200"/>
              </a:spcAft>
              <a:defRPr sz="2400"/>
            </a:pPr>
            <a:r>
              <a:t>• People struggling with mental health</a:t>
            </a:r>
          </a:p>
          <a:p>
            <a:pPr>
              <a:spcAft>
                <a:spcPts val="1200"/>
              </a:spcAft>
              <a:defRPr sz="2400"/>
            </a:pPr>
            <a:r>
              <a:t>• Anyone seeking deep transformation</a:t>
            </a:r>
          </a:p>
          <a:p>
            <a:pPr>
              <a:spcAft>
                <a:spcPts val="1200"/>
              </a:spcAft>
              <a:defRPr sz="2400"/>
            </a:pPr>
            <a:r>
              <a:t>• Those who've tried everything else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Experience healing transformation.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divineconnection.org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Your Body Knows How to Heal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The Trivedi Effect</a:t>
            </a:r>
            <a:br/>
            <a:r>
              <a:t>reminds it how.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