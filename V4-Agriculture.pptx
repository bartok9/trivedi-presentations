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Transforming Agriculture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The Trivedi Effect for Land &amp; Crops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Modern agriculture faces a crisis: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Depleted soils</a:t>
            </a:r>
          </a:p>
          <a:p>
            <a:pPr>
              <a:spcAft>
                <a:spcPts val="1200"/>
              </a:spcAft>
              <a:defRPr sz="2400"/>
            </a:pPr>
            <a:r>
              <a:t>• Chemical dependency</a:t>
            </a:r>
          </a:p>
          <a:p>
            <a:pPr>
              <a:spcAft>
                <a:spcPts val="1200"/>
              </a:spcAft>
              <a:defRPr sz="2400"/>
            </a:pPr>
            <a:r>
              <a:t>• Declining yields</a:t>
            </a:r>
          </a:p>
          <a:p>
            <a:pPr>
              <a:spcAft>
                <a:spcPts val="1200"/>
              </a:spcAft>
              <a:defRPr sz="2400"/>
            </a:pPr>
            <a:r>
              <a:t>• Environmental damage</a:t>
            </a:r>
          </a:p>
          <a:p>
            <a:pPr>
              <a:spcAft>
                <a:spcPts val="1200"/>
              </a:spcAft>
              <a:defRPr sz="2400"/>
            </a:pPr>
            <a:r>
              <a:t>• Rising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A Different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The Trivedi Effect: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Dramatically increases yields</a:t>
            </a:r>
          </a:p>
          <a:p>
            <a:pPr>
              <a:spcAft>
                <a:spcPts val="1200"/>
              </a:spcAft>
              <a:defRPr sz="2400"/>
            </a:pPr>
            <a:r>
              <a:t>• Eliminates need for chemicals</a:t>
            </a:r>
          </a:p>
          <a:p>
            <a:pPr>
              <a:spcAft>
                <a:spcPts val="1200"/>
              </a:spcAft>
              <a:defRPr sz="2400"/>
            </a:pPr>
            <a:r>
              <a:t>• Improves soil health</a:t>
            </a:r>
          </a:p>
          <a:p>
            <a:pPr>
              <a:spcAft>
                <a:spcPts val="1200"/>
              </a:spcAft>
              <a:defRPr sz="2400"/>
            </a:pPr>
            <a:r>
              <a:t>• Creates 100% organic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20+ years of agricultural research</a:t>
            </a:r>
          </a:p>
          <a:p>
            <a:pPr>
              <a:spcAft>
                <a:spcPts val="1200"/>
              </a:spcAft>
              <a:defRPr sz="2400"/>
            </a:pPr>
            <a:r>
              <a:t>• University partnerships across India and USA</a:t>
            </a:r>
          </a:p>
          <a:p>
            <a:pPr>
              <a:spcAft>
                <a:spcPts val="1200"/>
              </a:spcAft>
              <a:defRPr sz="2400"/>
            </a:pPr>
            <a:r>
              <a:t>• Peer-reviewed publications</a:t>
            </a:r>
          </a:p>
          <a:p>
            <a:pPr>
              <a:spcAft>
                <a:spcPts val="1200"/>
              </a:spcAft>
              <a:defRPr sz="2400"/>
            </a:pPr>
            <a:r>
              <a:t>• Measurable, documented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CASHEW PROJECT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The Most Documented Case Study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106 acres, Maharashtra,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9,000 cashew saplings</a:t>
            </a:r>
          </a:p>
          <a:p>
            <a:pPr>
              <a:spcAft>
                <a:spcPts val="1200"/>
              </a:spcAft>
              <a:defRPr sz="2400"/>
            </a:pPr>
            <a:r>
              <a:t>• Duration: 2002-2006</a:t>
            </a:r>
          </a:p>
          <a:p>
            <a:pPr>
              <a:spcAft>
                <a:spcPts val="1200"/>
              </a:spcAft>
              <a:defRPr sz="2400"/>
            </a:pPr>
            <a:r>
              <a:t>• Partner: Dapoli Agricultural University</a:t>
            </a:r>
          </a:p>
          <a:p>
            <a:pPr>
              <a:spcAft>
                <a:spcPts val="1200"/>
              </a:spcAft>
              <a:defRPr sz="2400"/>
            </a:pPr>
            <a:r>
              <a:t>• Half blessed, half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Visual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Same age. Same orchard. One variable.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[Before/after photos show</a:t>
            </a:r>
            <a:br/>
            <a:r>
              <a:t>dramatic difference]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Cashew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Result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+334%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Chlorophyll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+93%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Immunity (GSH)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+639%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Chemicals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Zero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What Chlorophyll B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More photosynthesis</a:t>
            </a:r>
          </a:p>
          <a:p>
            <a:pPr>
              <a:spcAft>
                <a:spcPts val="1200"/>
              </a:spcAft>
              <a:defRPr sz="2400"/>
            </a:pPr>
            <a:r>
              <a:t>• More energy for the plant</a:t>
            </a:r>
          </a:p>
          <a:p>
            <a:pPr>
              <a:spcAft>
                <a:spcPts val="1200"/>
              </a:spcAft>
              <a:defRPr sz="2400"/>
            </a:pPr>
            <a:r>
              <a:t>• Healthier, more vigorous growth</a:t>
            </a:r>
          </a:p>
          <a:p>
            <a:pPr>
              <a:spcAft>
                <a:spcPts val="1200"/>
              </a:spcAft>
              <a:defRPr sz="2400"/>
            </a:pPr>
            <a:r>
              <a:t>• Higher nutritional value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MANGO PROJECT 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Mango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16-acre orchard, Dapoli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Trees: 32 years old</a:t>
            </a:r>
          </a:p>
          <a:p>
            <a:pPr>
              <a:spcAft>
                <a:spcPts val="1200"/>
              </a:spcAft>
              <a:defRPr sz="2400"/>
            </a:pPr>
            <a:r>
              <a:t>• Variety: Alphonso (premium export)</a:t>
            </a:r>
          </a:p>
          <a:p>
            <a:pPr>
              <a:spcAft>
                <a:spcPts val="1200"/>
              </a:spcAft>
              <a:defRPr sz="2400"/>
            </a:pPr>
            <a:r>
              <a:t>• Problem: Spongy Tissue Disorder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Mango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Result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+47.37%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Spongy Tissue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Eliminated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Chemicals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Zero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SEED PROJECTS 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University Seed Studies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Crop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Yield Increase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Chickpea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+365%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Mustard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+500%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Cowpea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+52%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Horse 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+105%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LIVESTOCK 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Dairy Project: 350 Cows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After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Mortality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10-15%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Milk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+53%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Conception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40-60%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Poultry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2,100 Chicks — 47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Zero antibiotics (blessed group)</a:t>
            </a:r>
          </a:p>
          <a:p>
            <a:pPr>
              <a:spcAft>
                <a:spcPts val="1200"/>
              </a:spcAft>
              <a:defRPr sz="2400"/>
            </a:pPr>
            <a:r>
              <a:t>• 100% organic meat</a:t>
            </a:r>
          </a:p>
          <a:p>
            <a:pPr>
              <a:spcAft>
                <a:spcPts val="1200"/>
              </a:spcAft>
              <a:defRPr sz="2400"/>
            </a:pPr>
            <a:r>
              <a:t>• Higher survival rate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THE SCIENCE 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Life force energy transmitted to land/seeds/animals</a:t>
            </a:r>
          </a:p>
          <a:p>
            <a:pPr>
              <a:spcAft>
                <a:spcPts val="1200"/>
              </a:spcAft>
              <a:defRPr sz="2400"/>
            </a:pPr>
            <a:r>
              <a:t>• Cellular optimization occurs</a:t>
            </a:r>
          </a:p>
          <a:p>
            <a:pPr>
              <a:spcAft>
                <a:spcPts val="1200"/>
              </a:spcAft>
              <a:defRPr sz="2400"/>
            </a:pPr>
            <a:r>
              <a:t>• Natural immunity increases</a:t>
            </a:r>
          </a:p>
          <a:p>
            <a:pPr>
              <a:spcAft>
                <a:spcPts val="1200"/>
              </a:spcAft>
              <a:defRPr sz="2400"/>
            </a:pPr>
            <a:r>
              <a:t>• Chemical dependency eliminated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Soil Transformation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Change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Symbiotic bacteria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+546%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Beneficial fungi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+617%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Electrical conductivity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+79%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DNA Polymorphism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Genetic changes in 38 crops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Average 6-69%</a:t>
            </a:r>
            <a:br/>
            <a:r>
              <a:t>DNA polymorphism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THE OPPORTUNITY 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For Your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Increased yields (50-500% documented)</a:t>
            </a:r>
          </a:p>
          <a:p>
            <a:pPr>
              <a:spcAft>
                <a:spcPts val="1200"/>
              </a:spcAft>
              <a:defRPr sz="2400"/>
            </a:pPr>
            <a:r>
              <a:t>• Eliminated chemical costs</a:t>
            </a:r>
          </a:p>
          <a:p>
            <a:pPr>
              <a:spcAft>
                <a:spcPts val="1200"/>
              </a:spcAft>
              <a:defRPr sz="2400"/>
            </a:pPr>
            <a:r>
              <a:t>• 100% organic certification potential</a:t>
            </a:r>
          </a:p>
          <a:p>
            <a:pPr>
              <a:spcAft>
                <a:spcPts val="1200"/>
              </a:spcAft>
              <a:defRPr sz="2400"/>
            </a:pPr>
            <a:r>
              <a:t>• Improved animal health</a:t>
            </a:r>
          </a:p>
          <a:p>
            <a:pPr>
              <a:spcAft>
                <a:spcPts val="1200"/>
              </a:spcAft>
              <a:defRPr sz="2400"/>
            </a:pPr>
            <a:r>
              <a:t>• Remote blessing available worldwide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Contact us to discuss your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divineconnection.org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